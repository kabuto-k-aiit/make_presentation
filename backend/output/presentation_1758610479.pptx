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PHPを活用したAI導入で、貴社のビジネスを進化させましょう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**課題：** 膨大なデータの分析に時間がかかり、意思決定が遅れている。人手不足による業務効率の低下が深刻化している。</a:t>
            </a:r>
          </a:p>
          <a:p>
            <a:pPr/>
            <a:r>
              <a:t>**解決策：** PHPとAI連携による自動化で、業務効率を劇的に向上させます。具体的には、</a:t>
            </a:r>
          </a:p>
          <a:p>
            <a:pPr/>
            <a:r>
              <a:t>  * **顧客データ分析による最適なマーケティング戦略の立案：** PHPで構築されたシステムがAIを活用し、顧客セグメントを自動的に特定、効果的なターゲティングを実現します。これにより、売上向上と顧客ロイヤルティ向上に貢献します。</a:t>
            </a:r>
          </a:p>
          <a:p>
            <a:pPr/>
            <a:r>
              <a:t>  * **業務プロセスの自動化：** 繰り返し作業の自動化により、従業員の負担を軽減し、人的資源をより付加価値の高い業務に集中させることができます。生産性向上とコスト削減に繋がります。</a:t>
            </a:r>
          </a:p>
          <a:p>
            <a:pPr/>
            <a:r>
              <a:t>  * **予兆分析によるリスク管理：** AIによるデータ分析で、潜在的なリスクを早期に発見し、迅速な対応が可能になります。事業継続性向上に貢献します。</a:t>
            </a:r>
          </a:p>
          <a:p>
            <a:pPr/>
            <a:r>
              <a:t>**具体的な導入ステップ：**</a:t>
            </a:r>
          </a:p>
          <a:p>
            <a:pPr/>
            <a:r>
              <a:t>  * 1. 現状課題のヒアリングとAI活用範囲の特定</a:t>
            </a:r>
          </a:p>
          <a:p>
            <a:pPr/>
            <a:r>
              <a:t>  * 2. PHPを用いたシステム構築とAIモデルの導入</a:t>
            </a:r>
          </a:p>
          <a:p>
            <a:pPr/>
            <a:r>
              <a:t>  * 3. システム導入後の効果測定と継続的な改善</a:t>
            </a:r>
          </a:p>
          <a:p>
            <a:pPr/>
            <a:r>
              <a:t>**導入によるメリット：**</a:t>
            </a:r>
          </a:p>
          <a:p>
            <a:pPr/>
            <a:r>
              <a:t>  * 売上向上</a:t>
            </a:r>
          </a:p>
          <a:p>
            <a:pPr/>
            <a:r>
              <a:t>  * コスト削減</a:t>
            </a:r>
          </a:p>
          <a:p>
            <a:pPr/>
            <a:r>
              <a:t>  * 業務効率化</a:t>
            </a:r>
          </a:p>
          <a:p>
            <a:pPr/>
            <a:r>
              <a:t>  * リスク軽減</a:t>
            </a:r>
          </a:p>
          <a:p>
            <a:pPr/>
            <a:r>
              <a:t>  * 競争優位性の向上</a:t>
            </a:r>
          </a:p>
          <a:p>
            <a:pPr/>
            <a:r>
              <a:t>**まずはお気軽にご相談ください。**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