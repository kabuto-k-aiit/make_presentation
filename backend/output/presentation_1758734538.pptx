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AI導入による業務効率化：PHPを活用したソリューション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皆様の貴重な時間を有効活用するために、AI導入による業務効率化をご提案します。</a:t>
            </a:r>
          </a:p>
          <a:p>
            <a:pPr/>
            <a:r>
              <a:t>本プレゼンテーションでは、PHPを用いた具体的なAIソリューションと、貴社へのメリットを分かりやすく説明します。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現状の課題とAIによる解決策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現状の業務における課題：人手不足、業務の属人的な依存、データ分析の遅延など。</a:t>
            </a:r>
          </a:p>
          <a:p>
            <a:pPr/>
            <a:r>
              <a:t>AI導入による解決策：自動化による業務効率化、データ分析の迅速化、意思決定の精度向上など。具体的な例として、PHPを用いた顧客対応AIチャットボット、需要予測AIシステムなどを紹介します。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PHPを活用したAIソリューションの具体例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例1：顧客対応AIチャットボット（PHPと機械学習ライブラリを用いた自然言語処理による24時間対応）</a:t>
            </a:r>
          </a:p>
          <a:p>
            <a:pPr/>
            <a:r>
              <a:t>例2：需要予測AIシステム（PHPと統計分析ライブラリを用いた売上予測による在庫最適化）</a:t>
            </a:r>
          </a:p>
          <a:p>
            <a:pPr/>
            <a:r>
              <a:t>これらのシステムは、既存システムとの連携も容易で、導入コストを抑えることができます。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導入による具体的なメリット：ROIの向上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コスト削減：人件費削減、ミスの減少による損失防止、生産性向上による利益増加</a:t>
            </a:r>
          </a:p>
          <a:p>
            <a:pPr/>
            <a:r>
              <a:t>売上向上：顧客満足度の向上によるリピート率向上、的確な需要予測による機会損失の減少</a:t>
            </a:r>
          </a:p>
          <a:p>
            <a:pPr/>
            <a:r>
              <a:t>競争優位性の強化：データに基づいた迅速な意思決定、革新的なサービス提供による市場シェア拡大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導入に向けた次のステップ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まずは、貴社の具体的な課題とニーズをヒアリングさせていただきます。</a:t>
            </a:r>
          </a:p>
          <a:p>
            <a:pPr/>
            <a:r>
              <a:t>最適なAIソリューションの提案と、導入計画、費用対効果のシミュレーションを実施します。</a:t>
            </a:r>
          </a:p>
          <a:p>
            <a:pPr/>
            <a:r>
              <a:t>お気軽にご相談ください。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