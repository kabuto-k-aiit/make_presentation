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自動生成されたプレゼンテーション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AI導入によるビジネス変革：PHPを活用したソリューション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皆様、本日はお時間をいただきありがとうございます。</a:t>
            </a:r>
          </a:p>
          <a:p>
            <a:pPr/>
            <a:r>
              <a:t>本プレゼンテーションでは、AI導入によるビジネス変革の可能性と、PHPを用いた具体的なソリューションについてご説明いたします。</a:t>
            </a:r>
          </a:p>
          <a:p>
            <a:pPr/>
            <a:r>
              <a:t>AIはもはや未来の話ではなく、今日からでも活用できる現実的な選択肢です。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現状の課題とAIによる解決策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現状の業務における課題：例として、顧客対応の遅延、データ分析の非効率性、人材不足などを挙げ、具体的な数値データを示す（例：顧客対応件数増加による遅延時間増加、データ分析にかかる時間コストなど）</a:t>
            </a:r>
          </a:p>
          <a:p>
            <a:pPr/>
            <a:r>
              <a:t>AI導入による解決策：これらの課題をAIがどのように解決できるかを具体的に説明。例：AIチャットボットによる24時間対応、AIによるデータ分析の自動化、業務効率化による人材不足の解消などを提示。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PHPを活用したAI導入：具体的なメリット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PHPの利点：既存システムとの高い親和性、コスト効率、開発の容易性などを説明。</a:t>
            </a:r>
          </a:p>
          <a:p>
            <a:pPr/>
            <a:r>
              <a:t>具体的なメリット：AIによる売上向上、コスト削減、顧客満足度向上などを具体的な数値や事例を用いて説明。例えば、「AIによる顧客セグメンテーションで売上15%向上」「AIによる自動化で人件費を10%削減」など。</a:t>
            </a:r>
          </a:p>
          <a:p>
            <a:pPr/>
            <a:r>
              <a:t>導入事例：他社の成功事例を簡潔に紹介（プライバシーに配慮）。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導入ステップと費用対効果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導入ステップ：フェーズ分けした導入ステップを明確に示し、各フェーズにかかる期間やコストを概算で提示。</a:t>
            </a:r>
          </a:p>
          <a:p>
            <a:pPr/>
            <a:r>
              <a:t>費用対効果：初期投資、ランニングコスト、ROI（投資収益率）を明確に示し、投資対効果の高さを強調。具体的な数値データを用いて説明。</a:t>
            </a:r>
          </a:p>
          <a:p>
            <a:pPr/>
            <a:r>
              <a:t>リスク軽減策：潜在的なリスクとそれに対する対策を明確化することで、経営層の不安を解消。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結論：未来への投資、そして共に成長を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AI導入は、競争優位性を確立し、持続的な成長を促進する重要な戦略です。</a:t>
            </a:r>
          </a:p>
          <a:p>
            <a:pPr/>
            <a:r>
              <a:t>PHPを活用したAIソリューションは、費用対効果が高く、スムーズな導入を実現できます。</a:t>
            </a:r>
          </a:p>
          <a:p>
            <a:pPr/>
            <a:r>
              <a:t>皆様と共に、AIによる未来の成功を築き上げていきたいと考えております。ご検討よろしくお願いいたします。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