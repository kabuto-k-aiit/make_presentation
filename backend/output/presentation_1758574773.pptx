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自動生成されたプレゼンテーション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PHPとAI：ビジネス変革への架け橋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皆様、本日はお時間をいただきありがとうございます。</a:t>
            </a:r>
          </a:p>
          <a:p>
            <a:pPr/>
            <a:r>
              <a:t>本プレゼンテーションでは、PHPを活用したAI導入によるビジネス変革の可能性について、経営層の皆様にご説明いたします。</a:t>
            </a:r>
          </a:p>
          <a:p>
            <a:pPr/>
            <a:r>
              <a:t>AIはもはや未来の話ではなく、今、皆様のビジネスを劇的に変える現実的な選択肢です。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現状の課題とAIによる解決策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現状の業務における課題を具体的に挙げ、AI導入による解決策を提示します。(例：顧客対応の遅延、データ分析の非効率性、市場予測の精度不足など)</a:t>
            </a:r>
          </a:p>
          <a:p>
            <a:pPr/>
            <a:r>
              <a:t>AIを活用することで、これらの課題をどのように克服できるのか、具体的な事例を交えて説明します。</a:t>
            </a:r>
          </a:p>
          <a:p>
            <a:pPr/>
            <a:r>
              <a:t>(例：チャットボットによる24時間対応、機械学習による顧客セグメンテーション、予測モデルによる売上向上など)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PHPによるAI導入：具体的なメリット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PHPは既存システムとの高い親和性を持ち、AI導入の障壁を低くします。</a:t>
            </a:r>
          </a:p>
          <a:p>
            <a:pPr/>
            <a:r>
              <a:t>既存システムへの統合コストを抑え、迅速な導入と運用が可能になります。</a:t>
            </a:r>
          </a:p>
          <a:p>
            <a:pPr/>
            <a:r>
              <a:t>コストパフォーマンスの高いAIソリューションを実現し、ROI(投資利益率)の最大化を目指せます。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導入事例と成功への道筋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他企業におけるPHPとAIを活用した成功事例を紹介し、具体的な効果を示します。(数値データやグラフを用いる)</a:t>
            </a:r>
          </a:p>
          <a:p>
            <a:pPr/>
            <a:r>
              <a:t>AI導入プロジェクトのステップと、各フェーズにおける重要なポイントを解説します。(例：要件定義、データ準備、モデル開発、導入、運用など)</a:t>
            </a:r>
          </a:p>
          <a:p>
            <a:pPr/>
            <a:r>
              <a:t>専門家によるサポート体制と、導入後の継続的な支援体制をご説明します。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AI導入による未来への投資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AI導入は、単なるコストではなく、未来への投資です。</a:t>
            </a:r>
          </a:p>
          <a:p>
            <a:pPr/>
            <a:r>
              <a:t>競争優位性を確立し、持続的な成長を実現するための重要な戦略的選択肢となります。</a:t>
            </a:r>
          </a:p>
          <a:p>
            <a:pPr/>
            <a:r>
              <a:t>皆様の積極的なご検討とご支援をお願い申し上げます。質疑応答に移らせていただきます。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