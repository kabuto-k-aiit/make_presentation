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php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自動生成されたプレゼンテーション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PHPを活用したAI導入：業務効率化と収益向上への道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**現状課題：** 膨大なデータの処理に時間がかかり、意思決定の遅れが生じている。人手不足による業務負担増加も懸念。</a:t>
            </a:r>
          </a:p>
          <a:p>
            <a:pPr/>
            <a:r>
              <a:t>**AI導入による解決策：** PHPを用いたAIシステムにより、データ分析・予測を自動化。業務効率化によるコスト削減と、精度の高い意思決定による収益向上を実現。</a:t>
            </a:r>
          </a:p>
          <a:p>
            <a:pPr/>
            <a:r>
              <a:t>**具体的なメリット：**</a:t>
            </a:r>
          </a:p>
          <a:p>
            <a:pPr/>
            <a:r>
              <a:t>　・**コスト削減：** 人件費削減、業務プロセス最適化による時間短縮。</a:t>
            </a:r>
          </a:p>
          <a:p>
            <a:pPr/>
            <a:r>
              <a:t>　・**売上向上：** 顧客ニーズの的確な把握、効果的なマーケティング戦略の実現。</a:t>
            </a:r>
          </a:p>
          <a:p>
            <a:pPr/>
            <a:r>
              <a:t>　・**リスク軽減：** 予測分析によるリスク管理の強化、迅速な対応。</a:t>
            </a:r>
          </a:p>
          <a:p>
            <a:pPr/>
            <a:r>
              <a:t>　・**競争優位性：** 最新技術の活用による市場での差別化。</a:t>
            </a:r>
          </a:p>
          <a:p>
            <a:pPr/>
            <a:r>
              <a:t>**導入ステップ：**</a:t>
            </a:r>
          </a:p>
          <a:p>
            <a:pPr/>
            <a:r>
              <a:t>　1. 現状業務の分析とAI導入による目標設定</a:t>
            </a:r>
          </a:p>
          <a:p>
            <a:pPr/>
            <a:r>
              <a:t>　2. PHPエンジニアによるシステム開発・導入</a:t>
            </a:r>
          </a:p>
          <a:p>
            <a:pPr/>
            <a:r>
              <a:t>　3. システム運用とデータ分析によるPDCAサイクルの確立</a:t>
            </a:r>
          </a:p>
          <a:p>
            <a:pPr/>
            <a:r>
              <a:t>**次なるステップ：** 詳細な導入計画とPoC（概念実証）を実施し、具体的な効果を実証します。</a:t>
            </a:r>
          </a:p>
          <a:p>
            <a:pPr/>
            <a:r>
              <a:t>**お問い合わせ：** [連絡先情報]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