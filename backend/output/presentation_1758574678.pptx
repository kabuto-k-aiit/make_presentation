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自動生成されたプレゼンテーション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AI導入による業務効率化：PHPの可能性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AI導入が企業競争力を高める重要な要素であることをご説明します。</a:t>
            </a:r>
          </a:p>
          <a:p>
            <a:pPr/>
            <a:r>
              <a:t>本プレゼンテーションでは、PHPを用いたAIソリューションが貴社のビジネスにどのように貢献できるかを示します。</a:t>
            </a:r>
          </a:p>
          <a:p>
            <a:pPr/>
            <a:r>
              <a:t>AI導入は難しいと思われがちですが、段階的な導入により、リスクを抑えながら効果を得ることができます。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現状の課題とAIによる解決策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現状の業務における課題を改めて確認し、AIがどのように解決に繋がるかを示します。（例：顧客対応の遅延、データ分析の非効率性、人的リソース不足など、貴社に合わせた具体的な課題を事前にヒアリングの上、記載）</a:t>
            </a:r>
          </a:p>
          <a:p>
            <a:pPr/>
            <a:r>
              <a:t>AIを活用することで、これらの課題を効率的に解決し、生産性向上とコスト削減を実現できます。</a:t>
            </a:r>
          </a:p>
          <a:p>
            <a:pPr/>
            <a:r>
              <a:t>具体的な事例：顧客問い合わせの自動化、売上予測の精度向上、不正検知システムの導入など。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PHPを活用したAIソリューション事例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PHPはAI開発に適した言語であり、既存システムとの連携も容易です。</a:t>
            </a:r>
          </a:p>
          <a:p>
            <a:pPr/>
            <a:r>
              <a:t>具体的な事例紹介（例：機械学習モデルの構築・展開、チャットボット開発、画像認識システムの構築など。可能な限り具体的な数値データ（例：処理時間短縮率、コスト削減額、顧客満足度向上など）を含める）</a:t>
            </a:r>
          </a:p>
          <a:p>
            <a:pPr/>
            <a:r>
              <a:t>導入実績のある企業の事例や、成功事例などを提示することで説得力を高めます。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導入による具体的なメリットとROI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コスト削減効果：人件費削減、業務効率化による時間短縮など</a:t>
            </a:r>
          </a:p>
          <a:p>
            <a:pPr/>
            <a:r>
              <a:t>売上増加効果：顧客満足度向上、新たなビジネスチャンス創出など</a:t>
            </a:r>
          </a:p>
          <a:p>
            <a:pPr/>
            <a:r>
              <a:t>リスク軽減効果：不正行為の検知、予期せぬ事態への対応力向上など。具体的な数値データ（ROIなど）を示すことで、経営層への説得力を高めます。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導入ステップと今後の展望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段階的な導入計画：まずは小さなプロジェクトから開始し、徐々に規模を拡大することでリスクを最小限に抑えます。</a:t>
            </a:r>
          </a:p>
          <a:p>
            <a:pPr/>
            <a:r>
              <a:t>専門家によるサポート体制：導入から運用まで、専門家がサポートしますのでご安心ください。</a:t>
            </a:r>
          </a:p>
          <a:p>
            <a:pPr/>
            <a:r>
              <a:t>今後の展望：AI導入による更なる業務効率化とビジネス拡大の可能性を示し、導入への決意を促します。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