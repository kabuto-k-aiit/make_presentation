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自動生成されたプレゼンテーション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PHPとAI：ビジネスにおける新たな可能性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既存システムとの連携によるスムーズなAI導入</a:t>
            </a:r>
          </a:p>
          <a:p>
            <a:pPr/>
            <a:r>
              <a:t>具体的な事例を通して、AI導入によるビジネス変革を示します。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現状課題とAIによる解決策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人手不足による業務効率の低下</a:t>
            </a:r>
          </a:p>
          <a:p>
            <a:pPr/>
            <a:r>
              <a:t>データ分析の遅延による意思決定の遅れ</a:t>
            </a:r>
          </a:p>
          <a:p>
            <a:pPr/>
            <a:r>
              <a:t>AIを活用した自動化による業務効率化と迅速な意思決定支援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PHPを活用したAI導入のメリット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既存のPHPシステムへのAI機能追加：最小限のコストで最大限の効果</a:t>
            </a:r>
          </a:p>
          <a:p>
            <a:pPr/>
            <a:r>
              <a:t>データ連携の容易さ：既存システムとシームレスに連携可能</a:t>
            </a:r>
          </a:p>
          <a:p>
            <a:pPr/>
            <a:r>
              <a:t>柔軟なカスタマイズ性：御社のビジネスニーズに合わせたAIソリューション構築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具体的な導入事例と成功への道筋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事例1：顧客データ分析による売上向上（具体的な数値データ例示）</a:t>
            </a:r>
          </a:p>
          <a:p>
            <a:pPr/>
            <a:r>
              <a:t>事例2：業務自動化によるコスト削減（具体的な数値データ例示）</a:t>
            </a:r>
          </a:p>
          <a:p>
            <a:pPr/>
            <a:r>
              <a:t>導入ステップ：フェーズ分けによるリスク軽減と効果検証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AI導入による未来への投資：行動喚起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競争優位性の確立：AI導入による市場における先駆者メリット</a:t>
            </a:r>
          </a:p>
          <a:p>
            <a:pPr/>
            <a:r>
              <a:t>具体的な次ステップ：PoC（概念実証）の実施によるリスク軽減と効果検証、専門家によるサポート体制</a:t>
            </a:r>
          </a:p>
          <a:p>
            <a:pPr/>
            <a:r>
              <a:t>質疑応答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